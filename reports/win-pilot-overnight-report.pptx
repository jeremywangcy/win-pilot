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202124"/>
                </a:solidFill>
                <a:latin typeface="Microsoft YaHei"/>
              </a:rPr>
              <a:t>Win-Pilot 夜间自动化测试报告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F6368"/>
                </a:solidFill>
                <a:latin typeface="Microsoft YaHei"/>
              </a:rPr>
              <a:t>测试日期 2026-10-13 晚 — 2026-10-14 晨　·　执行人: AI Agent (DeepSeek Harness × win-pilot)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73E8"/>
                </a:solidFill>
                <a:latin typeface="Microsoft YaHei"/>
              </a:rPr>
              <a:t>成果: 1 个致命崩溃修复 · 2 个隐性 API 错误修复 · 7 类窗口实测矩阵 · 1 个带判别力的回归测试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202124"/>
                </a:solidFill>
                <a:latin typeface="Microsoft YaHei"/>
              </a:rPr>
              <a:t>做了什么（摘要）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F6368"/>
                </a:solidFill>
                <a:latin typeface="Microsoft YaHei"/>
              </a:rPr>
              <a:t>全部改动均已用真实运行验证，不是 mock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02124"/>
                </a:solidFill>
                <a:latin typeface="Microsoft YaHei"/>
              </a:rPr>
              <a:t>① 设置面板修复（0.1.9，已发布）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F6368"/>
                </a:solidFill>
                <a:latin typeface="Microsoft YaHei"/>
              </a:rPr>
              <a:t>设置 → 插件 里出现「Win-Pilot 电脑操作」标签页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02124"/>
                </a:solidFill>
                <a:latin typeface="Microsoft YaHei"/>
              </a:rPr>
              <a:t>② 修复致命崩溃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F6368"/>
                </a:solidFill>
                <a:latin typeface="Microsoft YaHei"/>
              </a:rPr>
              <a:t>读 Chromium/Electron 选中文字时 0xC0000005 进程死亡 → A/B 证明修复有效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02124"/>
                </a:solidFill>
                <a:latin typeface="Microsoft YaHei"/>
              </a:rPr>
              <a:t>③ 修复 2 处隐性 API 命名错误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F6368"/>
                </a:solidFill>
                <a:latin typeface="Microsoft YaHei"/>
              </a:rPr>
              <a:t>枚举命名空间写错会被 catch 静默吞掉，表面上"正常"实际返回空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02124"/>
                </a:solidFill>
                <a:latin typeface="Microsoft YaHei"/>
              </a:rPr>
              <a:t>④ 实测矩阵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F6368"/>
                </a:solidFill>
                <a:latin typeface="Microsoft YaHei"/>
              </a:rPr>
              <a:t>DSH / Edge / Feishu / explorer / 系统设置 / TabTip / Doubao — 7 类窗口 0 崩溃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02124"/>
                </a:solidFill>
                <a:latin typeface="Microsoft YaHei"/>
              </a:rPr>
              <a:t>⑤ 回归测试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F6368"/>
                </a:solidFill>
                <a:latin typeface="Microsoft YaHei"/>
              </a:rPr>
              <a:t>页面自动选中文字 → 读回 37 字符；故意还原 bug 后测试立刻报错（有判别力）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202124"/>
                </a:solidFill>
                <a:latin typeface="Microsoft YaHei"/>
              </a:rPr>
              <a:t>时间账本（预估 vs 实际，单位: 分钟）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F6368"/>
                </a:solidFill>
                <a:latin typeface="Microsoft YaHei"/>
              </a:rPr>
              <a:t>原则: 每项动手前先给预估；超时必须说明原因与对策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</a:rPr>
              <a:t>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1645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</a:rPr>
              <a:t>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645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</a:rPr>
              <a:t>实际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</a:rPr>
              <a:t>超时原因 → 对策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48256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02124"/>
                </a:solidFill>
                <a:latin typeface="Microsoft YaHei"/>
              </a:rPr>
              <a:t>定位设置卡片不可见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048256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180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048256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48256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注册槽位选错(看不到的 section) → 改用 live slot 工具看真实渲染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15184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02124"/>
                </a:solidFill>
                <a:latin typeface="Microsoft YaHei"/>
              </a:rPr>
              <a:t>复现 UIA 崩溃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615184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615184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15184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探针只测了 root 元素 → 按代码真实 fallback 路径测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02124"/>
                </a:solidFill>
                <a:latin typeface="Microsoft YaHei"/>
              </a:rPr>
              <a:t>根因定位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182112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182112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82112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崩溃须逐步隔离进程 → 每步一个子进程二分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49040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02124"/>
                </a:solidFill>
                <a:latin typeface="Microsoft YaHei"/>
              </a:rPr>
              <a:t>实施修复+验证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749040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749040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4904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枚举名写错被吞成"假成功" → 静态断言+非空选中前置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15968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02124"/>
                </a:solidFill>
                <a:latin typeface="Microsoft YaHei"/>
              </a:rPr>
              <a:t>编写回归测试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315968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315968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315968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Ctrl+A 不可达 / CJK JSON 编码 / 清理竞态 三连障碍 → 逐一换方案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82896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02124"/>
                </a:solidFill>
                <a:latin typeface="Microsoft YaHei"/>
              </a:rPr>
              <a:t>全量测试+提交发布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882896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88049"/>
                </a:solidFill>
                <a:latin typeface="Microsoft YaHei"/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882896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88049"/>
                </a:solidFill>
                <a:latin typeface="Microsoft YaHei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82896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02124"/>
                </a:solidFill>
                <a:latin typeface="Microsoft YaHei"/>
              </a:rPr>
              <a:t>后台并行执行，未超时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总账: 预估 268 分钟 → 实际约 410 分钟 (超时 53%)。超时主因不是方向错，而是"表面成功"反复出现。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202124"/>
                </a:solidFill>
                <a:latin typeface="Microsoft YaHei"/>
              </a:rPr>
              <a:t>主修: 读选中文字导致进程崩溃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F6368"/>
                </a:solidFill>
                <a:latin typeface="Microsoft YaHei"/>
              </a:rPr>
              <a:t>缺陷存在两夜: 任何 Chromium 窗口上 get_window_state 一律失败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Microsoft YaHei"/>
              </a:rPr>
              <a:t>机理: Chromium 的 UIA TextPattern.GetSelection() 返回的 range 对象内核句柄损坏 — 对它调 GetText() 即触发 0xC0000005。原生访问违例不归 try/catch 管，所以原有保护形同虚设。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A73E8"/>
                </a:solidFill>
                <a:latin typeface="Microsoft YaHe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</a:rPr>
              <a:t>exit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743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</a:rPr>
              <a:t>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1868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C5221F"/>
                </a:solidFill>
                <a:latin typeface="Microsoft YaHei"/>
              </a:rPr>
              <a:t>0.1.7 旧代码 · 有选中文字的 Edge 窗口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186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C5221F"/>
                </a:solidFill>
                <a:latin typeface="Microsoft YaHei"/>
              </a:rPr>
              <a:t>-1073741819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2186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C5221F"/>
                </a:solidFill>
                <a:latin typeface="Microsoft YaHei"/>
              </a:rPr>
              <a:t>崩溃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9417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202124"/>
                </a:solidFill>
                <a:latin typeface="Microsoft YaHei"/>
              </a:rPr>
              <a:t>修复后 · 同一窗口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9417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202124"/>
                </a:solidFill>
                <a:latin typeface="Microsoft YaHe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69417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成功，元素 59 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966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202124"/>
                </a:solidFill>
                <a:latin typeface="Microsoft YaHei"/>
              </a:rPr>
              <a:t>变异测试 · 故意还原 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16966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202124"/>
                </a:solidFill>
                <a:latin typeface="Microsoft YaHei"/>
              </a:rPr>
              <a:t>-1073741819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16966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测试立刻抓住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02124"/>
                </a:solidFill>
                <a:latin typeface="Microsoft YaHei"/>
              </a:rPr>
              <a:t>修法: 不碰选区对象 — 复制 DocumentRange，把两端挪到选区端点，再 GetText()。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F6368"/>
                </a:solidFill>
                <a:latin typeface="Microsoft YaHei"/>
              </a:rPr>
              <a:t>为什么之前没发现: 空选区不会崩，只有真的选中了文字才崩 —— 早期夹具没造选择，测试空转。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202124"/>
                </a:solidFill>
                <a:latin typeface="Microsoft YaHei"/>
              </a:rPr>
              <a:t>连带修复: 写错枚举名，catch 吞掉后"假成功"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F6368"/>
                </a:solidFill>
                <a:latin typeface="Microsoft YaHei"/>
              </a:rPr>
              <a:t>比崩溃更危险的一类 bug: 不崩、不报错、就是悄悄拿不到数据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1A73E8"/>
                </a:solidFill>
                <a:latin typeface="Microsoft YaHei"/>
              </a:rPr>
              <a:t>现象: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124"/>
                </a:solidFill>
                <a:latin typeface="Microsoft YaHei"/>
              </a:rPr>
              <a:t>修复"不崩了"，但 selected_text 永远是空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A73E8"/>
                </a:solidFill>
                <a:latin typeface="Microsoft YaHei"/>
              </a:rPr>
              <a:t>根因: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124"/>
                </a:solidFill>
                <a:latin typeface="Microsoft YaHei"/>
              </a:rPr>
              <a:t>[System.Windows.Automation.TextPatternRangeEndpoint] 少写一层 .Text 命名空间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A73E8"/>
                </a:solidFill>
                <a:latin typeface="Microsoft YaHei"/>
              </a:rPr>
              <a:t>链条: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124"/>
                </a:solidFill>
                <a:latin typeface="Microsoft YaHei"/>
              </a:rPr>
              <a:t>MoveEndpointByRange 每次抛异常 → 外面 catch {} 吞掉 → 返回空字符串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A73E8"/>
                </a:solidFill>
                <a:latin typeface="Microsoft YaHei"/>
              </a:rPr>
              <a:t>发现者: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124"/>
                </a:solidFill>
                <a:latin typeface="Microsoft YaHei"/>
              </a:rPr>
              <a:t>正是新写的回归测试: 它坚持"必须读到非空选中"才肯通过，假成功无处藏身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A73E8"/>
                </a:solidFill>
                <a:latin typeface="Microsoft YaHei"/>
              </a:rPr>
              <a:t>波及: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124"/>
                </a:solidFill>
                <a:latin typeface="Microsoft YaHei"/>
              </a:rPr>
              <a:t>同款错误在源码里共 6 处(选区读取 + select_text 内容搜索)，已全部改为正确命名空间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A73E8"/>
                </a:solidFill>
                <a:latin typeface="Microsoft YaHei"/>
              </a:rPr>
              <a:t>教训: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124"/>
                </a:solidFill>
                <a:latin typeface="Microsoft YaHei"/>
              </a:rPr>
              <a:t>不能只断言"没崩": 需要同时断言功能语义(拿到 37 字符)才算真测试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202124"/>
                </a:solidFill>
                <a:latin typeface="Microsoft YaHei"/>
              </a:rPr>
              <a:t>实测矩阵: 7 类窗口 0 崩溃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F6368"/>
                </a:solidFill>
                <a:latin typeface="Microsoft YaHei"/>
              </a:rPr>
              <a:t>方法: 对每个窗口注入 include_text 读文档+选区，逐个真实窗口执行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</a:rPr>
              <a:t>窗口类型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1645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</a:rPr>
              <a:t>元素数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645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</a:rPr>
              <a:t>文档文本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</a:rPr>
              <a:t>选区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645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</a:rPr>
              <a:t>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756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DSH 本体 (Electron)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756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555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07568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3000 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756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0 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07568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通过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0545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Edge 夹具 (Chromium)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50545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50545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582 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0545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37 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50545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通过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3522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飞书 (Electron)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93522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497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93522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23 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3522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0 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935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通过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36499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explorer (Win32)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3649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364991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3649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36499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通过(无UIA文本)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9475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系统设置 (UWP)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379475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79475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79475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79475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通过(无UIA文本)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24527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TabTip 手写面板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224527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224527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224527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224527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通过(无UIA文本)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654295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豆包 (Electron)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4654295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4654295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0 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654295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0 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4654295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通过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266943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Microsoft YaHei"/>
              </a:rPr>
              <a:t>注: explorer/设置/TabTip 本就不暴露 UIA 文本树，返回空属预期，不算缺陷。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202124"/>
                </a:solidFill>
                <a:latin typeface="Microsoft YaHei"/>
              </a:rPr>
              <a:t>超时复盘与持续优化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F6368"/>
                </a:solidFill>
                <a:latin typeface="Microsoft YaHei"/>
              </a:rPr>
              <a:t>同一个根源反复出现: 验证手段不对，导致"看起来成功"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</a:rPr>
              <a:t>浪费点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</a:rPr>
              <a:t>代价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6459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</a:rPr>
              <a:t>已落实的优化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C5221F"/>
                </a:solidFill>
                <a:latin typeface="Microsoft YaHei"/>
              </a:rPr>
              <a:t>测错元素(recon 阶段想当然)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~40 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1488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永远测代码真实走的路径，不测"我以为的入口"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C5221F"/>
                </a:solidFill>
                <a:latin typeface="Microsoft YaHei"/>
              </a:rPr>
              <a:t>每步必须隔离子进程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~15 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6517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沉淀可复用的 per-process 探针脚本，下次直接用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C5221F"/>
                </a:solidFill>
                <a:latin typeface="Microsoft YaHei"/>
              </a:rPr>
              <a:t>catch 吞异常的假成功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54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~30 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1546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回归测试要求功能语义成立，不允许空跑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C5221F"/>
                </a:solidFill>
                <a:latin typeface="Microsoft YaHei"/>
              </a:rPr>
              <a:t>CJK JSON 编码反复失败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~25 分钟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6576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夹具与被测进程统一 UTF-8；不再换解析器瞎试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C5221F"/>
                </a:solidFill>
                <a:latin typeface="Microsoft YaHei"/>
              </a:rPr>
              <a:t>窗口清理竞态/首登录弹窗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~20 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1605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Microsoft YaHei"/>
              </a:rPr>
              <a:t>专用 --user-data-dir + 按 profile 精确杀进程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37759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88049"/>
                </a:solidFill>
                <a:latin typeface="Microsoft YaHei"/>
              </a:rPr>
              <a:t>净效果: 后半程同类障碍的排查速度从 ~25 分钟降到 ~5 分钟。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202124"/>
                </a:solidFill>
                <a:latin typeface="Microsoft YaHei"/>
              </a:rPr>
              <a:t>当前状态与下一步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F6368"/>
                </a:solidFill>
                <a:latin typeface="Microsoft YaHei"/>
              </a:rPr>
              <a:t>代码已修复并验证；发布节奏视 CI 情况而定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1A73E8"/>
                </a:solidFill>
                <a:latin typeface="Microsoft YaHei"/>
              </a:rPr>
              <a:t>已落地: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124"/>
                </a:solidFill>
                <a:latin typeface="Microsoft YaHei"/>
              </a:rPr>
              <a:t>崩溃修复 + 枚举修复 + 回归测试，全量 npm test 通过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A73E8"/>
                </a:solidFill>
                <a:latin typeface="Microsoft YaHei"/>
              </a:rPr>
              <a:t>发布: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124"/>
                </a:solidFill>
                <a:latin typeface="Microsoft YaHei"/>
              </a:rPr>
              <a:t>版本 0.1.10: 提交/推送/打 tag，CI 自动 publish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A73E8"/>
                </a:solidFill>
                <a:latin typeface="Microsoft YaHei"/>
              </a:rPr>
              <a:t>未做: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124"/>
                </a:solidFill>
                <a:latin typeface="Microsoft YaHei"/>
              </a:rPr>
              <a:t>正式 Windows 沙箱(CI)上跑 interactive 夹具 — CI 无桌面 Edge 实例，回归依赖本机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02124"/>
                </a:solidFill>
                <a:latin typeface="Microsoft YaHei"/>
              </a:rPr>
              <a:t>下一步候选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F6368"/>
                </a:solidFill>
                <a:latin typeface="Microsoft YaHei"/>
              </a:rPr>
              <a:t>① 用 REA 逆向 Codex / ZCode 的 win 端文本采样，看它们如何避开这个 UIA 坑 ② 把"选中-读取"路径加进 5 大应用类的验收清单 ③ 给 helper 加崩溃自愈(检测到非零退出码自动降级重试)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